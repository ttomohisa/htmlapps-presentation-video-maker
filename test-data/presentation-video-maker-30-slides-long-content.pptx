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01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02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03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3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04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4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05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5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06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6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07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7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08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8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09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9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10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10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11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11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12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12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13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13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14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14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15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15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16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16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17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17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18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18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19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19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20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20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21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21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22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22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23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23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24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24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25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25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26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26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27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27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28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28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29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29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/>
            </a:pPr>
            <a:r>
              <a:t>Regression Slide 30 — 長いタイトルでもレイアウトが崩れないことを確認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シーン 30 の境界値確認用テキストです。長い文章、数字 1234567890、英字 ABCDEFGHIJKLMNOPQRSTUVWXYZ を含みます。</a:t>
            </a:r>
          </a:p>
          <a:p>
            <a:pPr>
              <a:defRPr sz="2000"/>
            </a:pPr>
            <a:r>
              <a:t>Presentation Video Maker should keep the slide rail responsive and avoid horizontal overflow even with a larger deck.</a:t>
            </a:r>
          </a:p>
          <a:p>
            <a:pPr>
              <a:defRPr sz="2000"/>
            </a:pPr>
            <a:r>
              <a:t>端末内読み上げ・自分の声・音声ファイルの各方式を切り替えても、既存の録音状態やstale管理が壊れないことを確認します。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