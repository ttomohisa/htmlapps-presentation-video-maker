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 Video Maker の技術テストです。PowerPoint の発表者ノートを端末内の音声で読み上げます。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このスライドでは、端末内の音声を使う仕組みを確認します。オンラインの音声サービスへ台本は送りません。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録音テストを開始したら、「画面全体」と「システム音声を共有」を選択してください。読み上げ音声を取得できればテスト成功です。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Video Maker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PowerPointの発表者ノートを読み取ります。</a:t>
            </a:r>
          </a:p>
          <a:p>
            <a:r>
              <a:t>ファイルはブラウザ内で処理します。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端末内の音声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オンラインTTSは使いません。</a:t>
            </a:r>
          </a:p>
          <a:p>
            <a:r>
              <a:t>端末内として確認できる音声だけを表示します。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録音テスト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「画面全体」を共有します。</a:t>
            </a:r>
          </a:p>
          <a:p>
            <a:r>
              <a:t>システム音声を有効にします。</a:t>
            </a:r>
          </a:p>
          <a:p>
            <a:r>
              <a:t>音声信号と録音データを確認します。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